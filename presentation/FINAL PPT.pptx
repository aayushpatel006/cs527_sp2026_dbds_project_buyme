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3"/>
    <p:restoredTop sz="94561"/>
  </p:normalViewPr>
  <p:slideViewPr>
    <p:cSldViewPr snapToGrid="0" snapToObjects="1">
      <p:cViewPr>
        <p:scale>
          <a:sx n="105" d="100"/>
          <a:sy n="105" d="100"/>
        </p:scale>
        <p:origin x="108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A1DBC-6073-AC4D-941F-494F66F83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16296-3C7C-0949-8C56-F61B6AE6E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42ACA-4197-A540-BF3F-F75B1E75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B3634-9652-EA48-AF5C-424778149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19A34-310F-A243-A7FD-D06CA5FB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2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FF434-B724-C643-89C4-D6525CA3A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DD0D8-C6D7-7648-84DE-20FC9FC7F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5A086-A75A-E043-AB4C-8CBA3EE1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748C4-1FCC-2344-9613-6AD27C25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3A83C-0F5A-9C44-9F86-0765BB33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0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052F9-BACD-2D45-A25E-24340162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8058E-1801-1C44-BAF9-A7F1471C5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3F3D8-DC8F-354F-AA34-E1265A24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BDBD-76DA-1741-A360-28E5FC10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20BA6-F575-1046-8BF6-DB36CDB4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4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9094-1F7A-EE4E-B596-2B815824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8799C-CEE6-444B-8C6A-2AAB62375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4E31C-E191-FC41-B4D0-EEA3FFCC5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730B8-553B-7D4E-8ACE-BEBAB8D33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7F6BE-83B8-A547-A371-9C44EC02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CF90F-B6E2-4345-BE0A-C1B383AA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1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2136C-94A3-094A-8098-D882A456D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E756D-4FE5-AF40-8A6A-71C84712E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5E573-C869-3E4D-BC25-C4C7FD42E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E67CA7-86C1-EF42-89D3-D85D948B5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0E8D6-8A87-B044-8F44-1AA21A905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2786BB-4412-E349-802E-5B574091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4BF7C-7683-304C-BFEE-2F55EF4A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CCBAD5-C268-8D42-BAD6-B98F6724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24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7369-CE07-D44C-8178-738E2616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FAFEE-84B7-7F4E-8819-5F19EEE24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16C64-2B56-864D-A329-3FE153535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BF0C0-3B0F-754E-AFC2-DE97CEAD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8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6D134D-B8D0-EF48-8D18-8452965C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D0107-C9EF-3D4D-9206-FCF407FF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7FC44-7D10-9049-927B-58A580DF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89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1062-291D-6B45-8A6C-040F2C8F6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948F2-AD70-9643-BF1F-4BDD1A4EC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6A0F0-B855-8243-8CB1-4A6D93908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6AF1C-247F-E544-AD25-BCD26F6E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583CA-53B8-B446-9358-033D13EC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D7C30-E9B6-5947-8734-38388F83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AF14-E5A7-5D47-8B1B-644711FBB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8E02B-8372-E343-93D3-C64982C75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47175-0243-E147-8DAA-691A4F652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96995-59E5-084B-800C-D0B9D1C9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E9C03-B6BF-7244-8EB2-E5BF3C52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562AF-2D70-3F4F-AD3D-69196570F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1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1F6B-B63D-0049-AD5C-159FFEAF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DB91F-185F-A242-A45D-1E11548DB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F48DB-6B93-6F46-83F2-1A16EE7F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837AD-CD65-2C48-B0A5-4A708855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B459C-3011-1C47-8C30-CE6F1E6A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7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F832E-3997-9940-99EC-D8FCB6DFD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41D7F-B696-D345-A02B-F5A29391A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3428C-AD79-F14B-831D-D644D408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D72F8-AE6D-074F-9A18-72AC1C5F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3BE38-3F25-5F49-B7B7-3FCB6055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5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3DDFCE-D262-544E-BB54-5989719CD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36249-F9E5-B74D-90A0-7C245D97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530B7-19F4-6648-A265-BEF567ECA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F8990-781F-BB49-8FCA-EF2C3C198E5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F231A-481E-0A4B-8FA4-07D16690EF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99A44-0946-0C4C-81A7-D93AFB8EE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47D3A-282F-3440-A635-41DD24721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3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91BD-0E4A-BC4A-9405-1B5238C4D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808" y="1841691"/>
            <a:ext cx="9144000" cy="2387600"/>
          </a:xfrm>
        </p:spPr>
        <p:txBody>
          <a:bodyPr/>
          <a:lstStyle/>
          <a:p>
            <a:r>
              <a:rPr lang="en-US" b="1" dirty="0" err="1"/>
              <a:t>MotorAuctionX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E1C420-D1A0-D04B-99E6-DCD4AB01A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752" y="4321366"/>
            <a:ext cx="10497312" cy="1655762"/>
          </a:xfrm>
        </p:spPr>
        <p:txBody>
          <a:bodyPr>
            <a:normAutofit/>
          </a:bodyPr>
          <a:lstStyle/>
          <a:p>
            <a:r>
              <a:rPr lang="en-US" sz="1600" dirty="0"/>
              <a:t>Aayush Patel (ap3084) 	Li Hua Peng (lp880)		Shantanu Agrawal (sa2792)	</a:t>
            </a:r>
            <a:r>
              <a:rPr lang="en-US" sz="1600" dirty="0" err="1"/>
              <a:t>Sritama</a:t>
            </a:r>
            <a:r>
              <a:rPr lang="en-US" sz="1600" dirty="0"/>
              <a:t> Ghosh (sg2450)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A97B31-FB9C-6C4F-9D6E-DDDA39C39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0"/>
            <a:ext cx="3526971" cy="198392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1FE24E5-DD0E-5A44-B47E-EEA75F1EC760}"/>
              </a:ext>
            </a:extLst>
          </p:cNvPr>
          <p:cNvSpPr txBox="1">
            <a:spLocks/>
          </p:cNvSpPr>
          <p:nvPr/>
        </p:nvSpPr>
        <p:spPr>
          <a:xfrm>
            <a:off x="8651966" y="156304"/>
            <a:ext cx="4632960" cy="6324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CS527: DBDS</a:t>
            </a:r>
          </a:p>
        </p:txBody>
      </p:sp>
    </p:spTree>
    <p:extLst>
      <p:ext uri="{BB962C8B-B14F-4D97-AF65-F5344CB8AC3E}">
        <p14:creationId xmlns:p14="http://schemas.microsoft.com/office/powerpoint/2010/main" val="4708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68724-1F47-6648-8FAD-F0A193E78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Tech Stack: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303475-4FF0-ED4D-B447-304C4672E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444" y="1690688"/>
            <a:ext cx="3509018" cy="11757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8B9C56-E4FC-A843-8ED7-07839A6BA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74592"/>
            <a:ext cx="4457476" cy="1406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E09DE6-433F-C541-84E2-62BC41BC6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47328"/>
            <a:ext cx="3779203" cy="1613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C25C5A-95A4-B344-8471-3E36268B9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351" y="4470146"/>
            <a:ext cx="4927899" cy="18211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7BB822-2197-A94C-93AE-BB7AC8DAC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351" y="788886"/>
            <a:ext cx="4896104" cy="195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2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5FB0-F553-8D4F-8162-B27908FC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336F5-EEFB-C64D-AFFC-56D1A617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C781D-4B38-044E-ACA1-4FAB1AFDF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"/>
            <a:ext cx="12192000" cy="669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3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41736-0F4E-344F-97D4-048D85F3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35659-70AF-3B40-86CC-66E92A238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A6DD55-B6A5-FF49-ACC6-0B75ACAD2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08" y="0"/>
            <a:ext cx="10909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31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58F3-06AE-E148-8028-1E8B182D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95CF0A-39F6-9A43-AAE1-E5EEEEE3D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1789" y="-21115"/>
            <a:ext cx="5614986" cy="700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7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32</Words>
  <Application>Microsoft Macintosh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MotorAuctionX</vt:lpstr>
      <vt:lpstr>Tech Stack: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MotorAuctionX</dc:title>
  <dc:creator>Microsoft Office User</dc:creator>
  <cp:lastModifiedBy>Microsoft Office User</cp:lastModifiedBy>
  <cp:revision>7</cp:revision>
  <dcterms:created xsi:type="dcterms:W3CDTF">2026-04-29T23:33:58Z</dcterms:created>
  <dcterms:modified xsi:type="dcterms:W3CDTF">2026-04-30T04:56:53Z</dcterms:modified>
</cp:coreProperties>
</file>